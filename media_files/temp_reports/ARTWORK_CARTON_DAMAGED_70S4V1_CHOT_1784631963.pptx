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35611"/>
            <a:ext cx="1760751" cy="2347668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91" y="1035611"/>
            <a:ext cx="1760751" cy="2347668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2983" y="1035611"/>
            <a:ext cx="1760751" cy="2347668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174" y="1035611"/>
            <a:ext cx="3130225" cy="2347668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474720"/>
            <a:ext cx="1760751" cy="2347668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0791" y="3474720"/>
            <a:ext cx="3130225" cy="2347668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2456" y="3474720"/>
            <a:ext cx="1760751" cy="2347668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4648" y="3474720"/>
            <a:ext cx="1760751" cy="23476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